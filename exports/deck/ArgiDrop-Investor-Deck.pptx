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C6B2F"/>
          </a:solidFill>
          <a:ln/>
        </p:spPr>
      </p:sp>
      <p:pic>
        <p:nvPicPr>
          <p:cNvPr id="3" name="Image 0" descr="/home/runner/workspace/web/public/argidro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731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ArgiDrop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265176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 Africa moves with ArgiDrop.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0233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delivery platform built for francophone West Africa.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9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Deliveries, food, rides and payments — one application.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$25,000  |  ARGILETTE LLC · Launching in Lomé, Togo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C6B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6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delivery in francophone West Africa is informal and unreliable.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trust layer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hand goods to unverified couriers with no proof of pickup or delivery. Theft and disputes are settled by phone calls.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37744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Cash-based &amp; opaque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9160" y="329184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happen in cash, off the books. No escrow, no receipts, no recourse when something goes wrong.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37744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supply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329184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moto-taxi drivers have no steady demand pipeline; merchants have no reliable driver pool.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48472" y="6355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ArgiDrop · Investor Deck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C6B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6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verified marketplace with fraud-proof delivery, built in.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ArgiDrop connects merchants with KYC-verified drivers, holds payment in escrow, and verifies every hand-off with a triple QR scan chain — pickup, transit, delivery. Funds release only when the recipient confirms.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5349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154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drivers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documents, vehicle checks and ratings before a driver can accept a single job.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3017520"/>
            <a:ext cx="5349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154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Triple QR chain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35661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cryptographic scans per delivery. No scan, no payment. Fraud is structurally blocked.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526280"/>
            <a:ext cx="5349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663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Escrow payments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50749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and cards held by the platform; released on confirmed delivery.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4526280"/>
            <a:ext cx="5349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663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GPS tracking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50749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and recipients watch the driver in real time — no more phone-call chasing.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48472" y="6355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ArgiDrop · Investor Deck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— BUILT AND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platform is finished software, not a prototype.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349240" cy="1737360"/>
          </a:xfrm>
          <a:prstGeom prst="rect">
            <a:avLst/>
          </a:prstGeom>
          <a:solidFill>
            <a:srgbClr val="16342A"/>
          </a:solidFill>
          <a:ln w="12700">
            <a:solidFill>
              <a:srgbClr val="2E5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31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 &amp; driver mobile app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76148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Expo app serving both roles — post deliveries, schedule up to 90 days ahead, scan QR codes, upload proof of delivery, cash out earnings.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194560"/>
            <a:ext cx="5349240" cy="1737360"/>
          </a:xfrm>
          <a:prstGeom prst="rect">
            <a:avLst/>
          </a:prstGeom>
          <a:solidFill>
            <a:srgbClr val="16342A"/>
          </a:solidFill>
          <a:ln w="12700">
            <a:solidFill>
              <a:srgbClr val="2E5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331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dashboard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76148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listings, admin operations, disputes, payouts and live tracking pages.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349240" cy="1737360"/>
          </a:xfrm>
          <a:prstGeom prst="rect">
            <a:avLst/>
          </a:prstGeom>
          <a:solidFill>
            <a:srgbClr val="16342A"/>
          </a:solidFill>
          <a:ln w="12700">
            <a:solidFill>
              <a:srgbClr val="2E54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51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backend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6817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engine, wallets and escrow, driver payouts, scheduled-delivery promotion, push/SMS/email notifications, 25+ database tables.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114800"/>
            <a:ext cx="5349240" cy="1737360"/>
          </a:xfrm>
          <a:prstGeom prst="rect">
            <a:avLst/>
          </a:prstGeom>
          <a:solidFill>
            <a:srgbClr val="16342A"/>
          </a:solidFill>
          <a:ln w="12700">
            <a:solidFill>
              <a:srgbClr val="2E54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251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app stores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46817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Google Play and Apple App Store pipelines (EAS), production API deployed and serving argidrop.com.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48472" y="6355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ArgiDrop · Investor Deck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C6B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6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Launching in Lomé. Built for ECOWAS.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~400M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across the ECOWAS region — one of the world's fastest-urbanizing markets, where informal commerce dominates and delivery infrastructure is still being defined.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210312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194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Beachhead: Lomé, Togo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5603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commercial hub, moto-taxi driver supply, mobile-money-first economy.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342900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520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path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8862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Bénin, Côte d'Ivoire, Ghana, Sénégal, Nigeria — same rails, region-specific payment providers already integrated (Flutterwave, Paystack).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475488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846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francophone-first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5212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platforms build for anglophone markets first. ArgiDrop is French-native from day one.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48472" y="6355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ArgiDrop · Investor Deck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C6B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6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 on every delivery, plus merchant subscriptions.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9C6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commission on each completed delivery — collected automatically at escrow release. Drivers keep 82%.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 subscription tiers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0" y="2651760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2807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8072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— post &amp; pay per delivery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3520440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675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0" y="36758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merchants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4389120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45445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0" y="45445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matching &amp; support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5257800"/>
            <a:ext cx="5852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54132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54132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B2B accounts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revenue: dynamic pricing (urgency &amp; surge), scheduled-delivery premium features.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48472" y="6355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ArgiDrop · Investor Deck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C6B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6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Post. Match. Scan. Deliver. Release.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697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Post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3832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posts a delivery — now or scheduled up to 90 days ahead. Dynamic price quoted instantly.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44368" y="2468880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697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Pay into escrow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33832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or card. Funds held by the platform.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57216" y="2468880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1808" y="2697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Match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21808" y="33832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driver accepts. Live GPS from that moment.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70064" y="2468880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34656" y="2697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Triple QR scan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34656" y="33832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at pickup, in transit, and with the recipient at delivery.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82912" y="2468880"/>
            <a:ext cx="2029968" cy="2926080"/>
          </a:xfrm>
          <a:prstGeom prst="rect">
            <a:avLst/>
          </a:prstGeom>
          <a:solidFill>
            <a:srgbClr val="1B4332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47504" y="2697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· Release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47504" y="33832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Recipient's scan releases funds: 82% to driver earnings, 18% to platform.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48472" y="6355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ArgiDrop · Investor Deck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C6B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6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done. Capital goes to the market, not the code.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349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23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web dashboard and mobile app complete — payments, escrow, QR verification, scheduling, payouts, notifications all working in production.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349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423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834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API and site live at argidrop.com. Android build targets Google's latest requirements; iOS pipeline active.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5349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51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Integrations ready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Flutterwave, Paystack and Stripe for payments; Africa's Talking and Twilio for SMS; MapTiler for mapping; Firebase for push.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4114800"/>
            <a:ext cx="5349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251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milestone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46634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50 verified drivers and 100 merchant accounts in Lomé within 90 days of funding.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48472" y="6355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ArgiDrop · Investor Deck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E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$25,000 to launch Lomé and prove the model.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0698480" cy="685800"/>
          </a:xfrm>
          <a:prstGeom prst="rect">
            <a:avLst/>
          </a:prstGeom>
          <a:solidFill>
            <a:srgbClr val="16342A"/>
          </a:solidFill>
          <a:ln w="12700">
            <a:solidFill>
              <a:srgbClr val="2E5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76856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acquisition &amp; incentives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75120" y="227685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227685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bonuses and guaranteed minimums for the first 50 verified drivers.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953512"/>
            <a:ext cx="10698480" cy="685800"/>
          </a:xfrm>
          <a:prstGeom prst="rect">
            <a:avLst/>
          </a:prstGeom>
          <a:solidFill>
            <a:srgbClr val="16342A"/>
          </a:solidFill>
          <a:ln w="12700">
            <a:solidFill>
              <a:srgbClr val="2E54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08152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onboarding &amp; local ops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308152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30815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field rep for 4–6 months: KYC, training, merchant activation.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758184"/>
            <a:ext cx="10698480" cy="685800"/>
          </a:xfrm>
          <a:prstGeom prst="rect">
            <a:avLst/>
          </a:prstGeom>
          <a:solidFill>
            <a:srgbClr val="16342A"/>
          </a:solidFill>
          <a:ln w="12700">
            <a:solidFill>
              <a:srgbClr val="2E54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8862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launch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38862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Radio, WhatsApp/Facebook campaigns, branded driver gear, launch events.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562856"/>
            <a:ext cx="10698480" cy="685800"/>
          </a:xfrm>
          <a:prstGeom prst="rect">
            <a:avLst/>
          </a:prstGeom>
          <a:solidFill>
            <a:srgbClr val="16342A"/>
          </a:solidFill>
          <a:ln w="12700">
            <a:solidFill>
              <a:srgbClr val="2E54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9087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payout float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469087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46908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float to guarantee same-day driver cash-outs.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5367528"/>
            <a:ext cx="10698480" cy="685800"/>
          </a:xfrm>
          <a:prstGeom prst="rect">
            <a:avLst/>
          </a:prstGeom>
          <a:solidFill>
            <a:srgbClr val="16342A"/>
          </a:solidFill>
          <a:ln w="12700">
            <a:solidFill>
              <a:srgbClr val="2E54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49554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admin &amp; infrastructure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549554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54955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registration, payment-provider KYB, 12 months of hosting &amp; services.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1,000 completed deliveries/month in Lomé within 6 months — the proof point for a regional expansion round.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48472" y="6355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ArgiDrop · Investor Deck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C6B2F"/>
          </a:solidFill>
          <a:ln/>
        </p:spPr>
      </p:sp>
      <p:pic>
        <p:nvPicPr>
          <p:cNvPr id="3" name="Image 0" descr="/home/runner/workspace/web/public/argidro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3716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603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ArgiDrop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E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Africa's all-in-one delivery platform.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4754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ARGILETTE LLC · St. Louis, MO  ·  argidrop.com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5486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8B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move West Africa together.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ArgiDrop — Investor Deck</dc:title>
  <dc:subject>PptxGenJS Presentation</dc:subject>
  <dc:creator>ARGILETTE LLC</dc:creator>
  <cp:lastModifiedBy>ARGILETTE LLC</cp:lastModifiedBy>
  <cp:revision>1</cp:revision>
  <dcterms:created xsi:type="dcterms:W3CDTF">2026-07-21T23:54:42Z</dcterms:created>
  <dcterms:modified xsi:type="dcterms:W3CDTF">2026-07-21T23:54:42Z</dcterms:modified>
</cp:coreProperties>
</file>